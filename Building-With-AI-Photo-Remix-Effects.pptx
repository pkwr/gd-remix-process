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99designs.com/blog/trends/duotone-design/" TargetMode="External"/><Relationship Id="rId2" Type="http://schemas.openxmlformats.org/officeDocument/2006/relationships/hyperlink" Target="https://developer.mozilla.org/en-US/docs/Web/API/Canvas_API/Tutorial/Pixel_manipulation_with_canvas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uk.pinterest.com/search/pins/?q=duotone%20design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ilustromania.com/artistic-fields/pixel-art" TargetMode="External"/><Relationship Id="rId2" Type="http://schemas.openxmlformats.org/officeDocument/2006/relationships/hyperlink" Target="https://developer.mozilla.org/en-US/docs/Web/API/CanvasRenderingContext2D/imageSmoothingEnable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uk.pinterest.com/search/pins/?q=pixel%20ar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en.wikipedia.org/wiki/Halftone" TargetMode="External"/><Relationship Id="rId2" Type="http://schemas.openxmlformats.org/officeDocument/2006/relationships/hyperlink" Target="https://www.carmenansio.com/articles/halftone-in-the-browser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uk.pinterest.com/search/pins/?q=halftone%20in%20design&amp;rs=type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en.wikipedia.org/wiki/ASCII_art" TargetMode="External"/><Relationship Id="rId2" Type="http://schemas.openxmlformats.org/officeDocument/2006/relationships/hyperlink" Target="https://marmelab.com/blog/2018/02/20/convert-image-to-ascii-art-masterpiece.html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uk.pinterest.com/search/pins/?q=ascii%20art&amp;rs=type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developer.mozilla.org/en-US/docs/Web/API/CanvasRenderingContext2D/globalCompositeOperation" TargetMode="External"/><Relationship Id="rId2" Type="http://schemas.openxmlformats.org/officeDocument/2006/relationships/hyperlink" Target="https://www.sketch.com/blog/blend-modes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uk.pinterest.com/search/pins/?q=blend%20mode%20graphic%20design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1341120" cy="11963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GD vs/x Ai</a:t>
            </a:r>
            <a:endParaRPr lang="en-US" sz="5400" dirty="0"/>
          </a:p>
        </p:txBody>
      </p:sp>
      <p:sp>
        <p:nvSpPr>
          <p:cNvPr id="4" name="Text 1"/>
          <p:cNvSpPr/>
          <p:nvPr/>
        </p:nvSpPr>
        <p:spPr>
          <a:xfrm>
            <a:off x="548640" y="26974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Graphic Design Versus (or Multiplied by) Artificial Intelligence</a:t>
            </a:r>
            <a:endParaRPr lang="en-US" sz="1900" dirty="0"/>
          </a:p>
        </p:txBody>
      </p:sp>
      <p:sp>
        <p:nvSpPr>
          <p:cNvPr id="5" name="Text 2"/>
          <p:cNvSpPr/>
          <p:nvPr/>
        </p:nvSpPr>
        <p:spPr>
          <a:xfrm>
            <a:off x="548640" y="32461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 (Hons) Graphic Design · Sheffield Hallam University · Friday 10 July 2026 · 10:00–12:00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40233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i="1" dirty="0">
                <a:solidFill>
                  <a:srgbClr val="59595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Building with AI, not generating with it — the tool is a plain JS state machine, not a generative model. We'll walk through each effect on its own (Colour Conversion, Pixelation, Halftone, ASCII), then how Blend Modes layers them together.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TASK 1 OF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0896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18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10:30  ·  3 MIN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786384"/>
            <a:ext cx="80467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987552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38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Take a picture of your feet.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1874520"/>
            <a:ext cx="8046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Footwear on, please — trainers, boots, whatever you turned up in today. Feet stationary, not mid-step — a sharp, still shot works best once it hits the effects.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40156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i="1" dirty="0">
                <a:solidFill>
                  <a:srgbClr val="59595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Hold your phone upright — tall, not sideways — so the shot fills the frame top to bottom.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AFTER TASK 1 · UPLOAD 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Upload your feet photo before you carry on.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606040"/>
            <a:ext cx="80467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83464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Join the shared upload point shown on screen and send your photo across now — don't wait until the end. Each photo needs to land in the folder before the tool can use it.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9776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i="1" dirty="0">
                <a:solidFill>
                  <a:srgbClr val="59595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You'll see other devices in the room — make sure you're sending to the host device, not a classmate.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TASK 2 OF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0896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18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10:35  ·  3 MIN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786384"/>
            <a:ext cx="80467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987552"/>
            <a:ext cx="8046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Draw a flag of a country in the World Cup last 8.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2148840"/>
            <a:ext cx="8046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 messy. Be creative. Don’t get hung up on accuracy or drawing ability — look it up if you need to.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4114800"/>
            <a:ext cx="80467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224528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LAST 8 (QUARTER-FINALISTS), ALPHABETICAL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4462272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Argentina  ·  Belgium  ·  England  ·  France  ·  Morocco  ·  Norway  ·  Spain  ·  Switzerland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477316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i="1" dirty="0">
                <a:solidFill>
                  <a:srgbClr val="59595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Confirmed as of 9 July. Quarter-finals play 9–12 July, so some of these may already be through to the semis by today — still the correct set of 8 for the task.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AFTER TASK 2 · UPLOAD 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Photograph your flag, then upload it.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606040"/>
            <a:ext cx="80467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83464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Take a clear, well-lit photo of your drawing — hold your phone upright, fill the frame with the paper — then send it through the same upload point as before.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TASK 3 OF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0896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18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10:40  ·  3 MIN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786384"/>
            <a:ext cx="80467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987552"/>
            <a:ext cx="8046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30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down a player’s surname, shirt number, or both.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2148840"/>
            <a:ext cx="8046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one of the last-8 countries above. Look it up if you need to.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TASK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Workshop Tour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80467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8046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59595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•  </a:t>
            </a:r>
            <a:pPr indent="0" marL="0">
              <a:lnSpc>
                <a:spcPct val="130000"/>
              </a:lnSpc>
              <a:spcAft>
                <a:spcPts val="2200"/>
              </a:spcAft>
              <a:buNone/>
            </a:pPr>
            <a:r>
              <a:rPr lang="en-US" sz="1700" dirty="0">
                <a:solidFill>
                  <a:srgbClr val="0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We’ll walk through the building together, as a group.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59595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•  </a:t>
            </a:r>
            <a:pPr indent="0" marL="0">
              <a:lnSpc>
                <a:spcPct val="130000"/>
              </a:lnSpc>
              <a:spcAft>
                <a:spcPts val="2200"/>
              </a:spcAft>
              <a:buNone/>
            </a:pPr>
            <a:r>
              <a:rPr lang="en-US" sz="1700" dirty="0">
                <a:solidFill>
                  <a:srgbClr val="0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Shoot as you go — don’t stop the group to get the perfect frame.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59595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•  </a:t>
            </a:r>
            <a:pPr indent="0" marL="0">
              <a:lnSpc>
                <a:spcPct val="130000"/>
              </a:lnSpc>
              <a:spcAft>
                <a:spcPts val="2200"/>
              </a:spcAft>
              <a:buNone/>
            </a:pPr>
            <a:r>
              <a:rPr lang="en-US" sz="1700" dirty="0">
                <a:solidFill>
                  <a:srgbClr val="0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About 20 minutes of walking and shooting, then back here to upload.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59595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•  </a:t>
            </a:r>
            <a:pPr indent="0" marL="0">
              <a:lnSpc>
                <a:spcPct val="130000"/>
              </a:lnSpc>
              <a:spcAft>
                <a:spcPts val="2200"/>
              </a:spcAft>
              <a:buNone/>
            </a:pPr>
            <a:r>
              <a:rPr lang="en-US" sz="1700" dirty="0">
                <a:solidFill>
                  <a:srgbClr val="0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to actually photograph is on the next slide.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TASK 4 OF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0896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18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11:00  ·  20 MIN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786384"/>
            <a:ext cx="80467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987552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Photograph things that represent football to you.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2377440"/>
            <a:ext cx="8046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Textural, abstract, or literal — a ball, a net, a grid pattern, a doorway for a goal, a clock, a number (goal or shirt number). Don’t be precious — your interpretation matters more than a literal read.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904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i="1" dirty="0">
                <a:solidFill>
                  <a:srgbClr val="59595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Hold your phone upright (tall, not sideways) for every shot, and keep your subject centred — the tool crops to a tall frame, so anything near the edges may get cut off.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i="1" dirty="0">
                <a:solidFill>
                  <a:srgbClr val="59595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Remaining ~10 min: return, settle, and upload — the next slide covers it.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AFTER TASK 4 · UPLOAD 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Upload every photo from the tour.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606040"/>
            <a:ext cx="80467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83464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Send across everything you shot — same upload point as before. Once your photos are in, find a seat for the next part.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AI TO BUILD THE TOOLS · 11:30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Designing to let go.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SERENDIPITY  ·  CREATIVE EXPLORATION  ·  HAPPY ACCIDENTS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80467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60604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random event engine picks the next image, the next effect, and how long it holds — on purpose. None of it is curated. That's the same instinct behind a happy accident in the darkroom or a paste-up that goes somewhere you didn't plan: the tool doesn't know what's coming next, and neither do you. Building it this way is a design decision, not a shortcut.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22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EFFECT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522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Colour Conversion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522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DUOTONE / GREYSCALE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572768"/>
            <a:ext cx="5227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Reduce a photo to shades between two colours — or pure grey — instead of full colour. Same principle as a sepia photograph or a 1960s gig poster.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2273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633472"/>
            <a:ext cx="522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WE USE IT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2871216"/>
            <a:ext cx="522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 read each pixel's brightness (luminance) and remap it along a two-colour gradient instead of its original RGB value. Parameter: hue / intensity.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3639312"/>
            <a:ext cx="52273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749040"/>
            <a:ext cx="522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FURTHER READING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4005072"/>
            <a:ext cx="522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u="sng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duotone effect (99designs)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 — what it is, and why designers use it.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u="sng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Pixel manipulation with canvas (MDN)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 — reading/writing raw pixel data.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13120" y="502920"/>
            <a:ext cx="0" cy="416052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41720" y="1828800"/>
            <a:ext cx="3937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35420" y="1828800"/>
            <a:ext cx="393700" cy="1463040"/>
          </a:xfrm>
          <a:prstGeom prst="rect">
            <a:avLst/>
          </a:prstGeom>
          <a:solidFill>
            <a:srgbClr val="CCCCC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29120" y="1828800"/>
            <a:ext cx="393700" cy="1463040"/>
          </a:xfrm>
          <a:prstGeom prst="rect">
            <a:avLst/>
          </a:prstGeom>
          <a:solidFill>
            <a:srgbClr val="99999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22820" y="1828800"/>
            <a:ext cx="393700" cy="1463040"/>
          </a:xfrm>
          <a:prstGeom prst="rect">
            <a:avLst/>
          </a:prstGeom>
          <a:solidFill>
            <a:srgbClr val="66666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16520" y="1828800"/>
            <a:ext cx="393700" cy="1463040"/>
          </a:xfrm>
          <a:prstGeom prst="rect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10220" y="1828800"/>
            <a:ext cx="393700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41720" y="1828800"/>
            <a:ext cx="2362200" cy="1463040"/>
          </a:xfrm>
          <a:prstGeom prst="rect">
            <a:avLst/>
          </a:prstGeom>
          <a:ln w="1270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INDUSTRY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783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COLOUR CONVERSION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2697480"/>
            <a:ext cx="80467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926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u="sng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View examples on Pinterest  →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34290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59595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Placeholder search link — swap for a specific board or pin when you have one.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22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EFFECT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522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Pixelation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522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MOSAIC DOWNSAMPLING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572768"/>
            <a:ext cx="5227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Shrink an image down to a tiny grid, then blow it back up — each block becomes one flat colour, like early video game graphics.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2273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633472"/>
            <a:ext cx="522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WE USE IT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2871216"/>
            <a:ext cx="522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Draw the source small onto an offscreen canvas, then draw that small canvas back up with smoothing switched off, so each cell reads as one solid block. Parameter: cell size (px).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3639312"/>
            <a:ext cx="52273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749040"/>
            <a:ext cx="522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FURTHER READING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4005072"/>
            <a:ext cx="522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u="sng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Pixel Art Explained (Ilustromania)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 — history, technique, and iconic examples.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u="sng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imageSmoothingEnabled (MDN)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 — the switch that keeps blocks crisp.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13120" y="502920"/>
            <a:ext cx="0" cy="416052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41720" y="1379220"/>
            <a:ext cx="472440" cy="472440"/>
          </a:xfrm>
          <a:prstGeom prst="rect">
            <a:avLst/>
          </a:prstGeom>
          <a:solidFill>
            <a:srgbClr val="00000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14160" y="1379220"/>
            <a:ext cx="472440" cy="472440"/>
          </a:xfrm>
          <a:prstGeom prst="rect">
            <a:avLst/>
          </a:prstGeom>
          <a:solidFill>
            <a:srgbClr val="FFFFFF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86600" y="1379220"/>
            <a:ext cx="472440" cy="472440"/>
          </a:xfrm>
          <a:prstGeom prst="rect">
            <a:avLst/>
          </a:prstGeom>
          <a:solidFill>
            <a:srgbClr val="D9D9D9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559040" y="1379220"/>
            <a:ext cx="472440" cy="472440"/>
          </a:xfrm>
          <a:prstGeom prst="rect">
            <a:avLst/>
          </a:prstGeom>
          <a:solidFill>
            <a:srgbClr val="8C8C8C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31480" y="1379220"/>
            <a:ext cx="472440" cy="472440"/>
          </a:xfrm>
          <a:prstGeom prst="rect">
            <a:avLst/>
          </a:prstGeom>
          <a:solidFill>
            <a:srgbClr val="00000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41720" y="1851660"/>
            <a:ext cx="472440" cy="472440"/>
          </a:xfrm>
          <a:prstGeom prst="rect">
            <a:avLst/>
          </a:prstGeom>
          <a:solidFill>
            <a:srgbClr val="FFFFFF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14160" y="1851660"/>
            <a:ext cx="472440" cy="472440"/>
          </a:xfrm>
          <a:prstGeom prst="rect">
            <a:avLst/>
          </a:prstGeom>
          <a:solidFill>
            <a:srgbClr val="D9D9D9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86600" y="1851660"/>
            <a:ext cx="472440" cy="472440"/>
          </a:xfrm>
          <a:prstGeom prst="rect">
            <a:avLst/>
          </a:prstGeom>
          <a:solidFill>
            <a:srgbClr val="8C8C8C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559040" y="1851660"/>
            <a:ext cx="472440" cy="472440"/>
          </a:xfrm>
          <a:prstGeom prst="rect">
            <a:avLst/>
          </a:prstGeom>
          <a:solidFill>
            <a:srgbClr val="00000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31480" y="1851660"/>
            <a:ext cx="472440" cy="472440"/>
          </a:xfrm>
          <a:prstGeom prst="rect">
            <a:avLst/>
          </a:prstGeom>
          <a:solidFill>
            <a:srgbClr val="FFFFFF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41720" y="2324100"/>
            <a:ext cx="472440" cy="472440"/>
          </a:xfrm>
          <a:prstGeom prst="rect">
            <a:avLst/>
          </a:prstGeom>
          <a:solidFill>
            <a:srgbClr val="D9D9D9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14160" y="2324100"/>
            <a:ext cx="472440" cy="472440"/>
          </a:xfrm>
          <a:prstGeom prst="rect">
            <a:avLst/>
          </a:prstGeom>
          <a:solidFill>
            <a:srgbClr val="8C8C8C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86600" y="2324100"/>
            <a:ext cx="472440" cy="472440"/>
          </a:xfrm>
          <a:prstGeom prst="rect">
            <a:avLst/>
          </a:prstGeom>
          <a:solidFill>
            <a:srgbClr val="00000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559040" y="2324100"/>
            <a:ext cx="472440" cy="472440"/>
          </a:xfrm>
          <a:prstGeom prst="rect">
            <a:avLst/>
          </a:prstGeom>
          <a:solidFill>
            <a:srgbClr val="FFFFFF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31480" y="2324100"/>
            <a:ext cx="472440" cy="472440"/>
          </a:xfrm>
          <a:prstGeom prst="rect">
            <a:avLst/>
          </a:prstGeom>
          <a:solidFill>
            <a:srgbClr val="D9D9D9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41720" y="2796540"/>
            <a:ext cx="472440" cy="472440"/>
          </a:xfrm>
          <a:prstGeom prst="rect">
            <a:avLst/>
          </a:prstGeom>
          <a:solidFill>
            <a:srgbClr val="8C8C8C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14160" y="2796540"/>
            <a:ext cx="472440" cy="472440"/>
          </a:xfrm>
          <a:prstGeom prst="rect">
            <a:avLst/>
          </a:prstGeom>
          <a:solidFill>
            <a:srgbClr val="00000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86600" y="2796540"/>
            <a:ext cx="472440" cy="472440"/>
          </a:xfrm>
          <a:prstGeom prst="rect">
            <a:avLst/>
          </a:prstGeom>
          <a:solidFill>
            <a:srgbClr val="FFFFFF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59040" y="2796540"/>
            <a:ext cx="472440" cy="472440"/>
          </a:xfrm>
          <a:prstGeom prst="rect">
            <a:avLst/>
          </a:prstGeom>
          <a:solidFill>
            <a:srgbClr val="D9D9D9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031480" y="2796540"/>
            <a:ext cx="472440" cy="472440"/>
          </a:xfrm>
          <a:prstGeom prst="rect">
            <a:avLst/>
          </a:prstGeom>
          <a:solidFill>
            <a:srgbClr val="8C8C8C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41720" y="3268980"/>
            <a:ext cx="472440" cy="472440"/>
          </a:xfrm>
          <a:prstGeom prst="rect">
            <a:avLst/>
          </a:prstGeom>
          <a:solidFill>
            <a:srgbClr val="00000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614160" y="3268980"/>
            <a:ext cx="472440" cy="472440"/>
          </a:xfrm>
          <a:prstGeom prst="rect">
            <a:avLst/>
          </a:prstGeom>
          <a:solidFill>
            <a:srgbClr val="FFFFFF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086600" y="3268980"/>
            <a:ext cx="472440" cy="472440"/>
          </a:xfrm>
          <a:prstGeom prst="rect">
            <a:avLst/>
          </a:prstGeom>
          <a:solidFill>
            <a:srgbClr val="D9D9D9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59040" y="3268980"/>
            <a:ext cx="472440" cy="472440"/>
          </a:xfrm>
          <a:prstGeom prst="rect">
            <a:avLst/>
          </a:prstGeom>
          <a:solidFill>
            <a:srgbClr val="8C8C8C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31480" y="3268980"/>
            <a:ext cx="472440" cy="472440"/>
          </a:xfrm>
          <a:prstGeom prst="rect">
            <a:avLst/>
          </a:prstGeom>
          <a:solidFill>
            <a:srgbClr val="00000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41720" y="1379220"/>
            <a:ext cx="2362200" cy="2362200"/>
          </a:xfrm>
          <a:prstGeom prst="rect">
            <a:avLst/>
          </a:prstGeom>
          <a:ln w="1270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INDUSTRY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783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PIXELATION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2697480"/>
            <a:ext cx="80467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926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u="sng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View examples on Pinterest  →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34290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59595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Placeholder search link — swap for a specific board or pin when you have one.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22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EFFECT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522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Halftone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522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DOT-GRID RENDERING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572768"/>
            <a:ext cx="5227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Simulate greyscale or colour using only dots of varying size — the technique that let newspapers print photographs since the 1880s.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2273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633472"/>
            <a:ext cx="522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WE USE IT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2871216"/>
            <a:ext cx="522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Sample the average luminance inside each cell of a grid, then draw one circle per cell, radius scaled to that brightness. Parameter: dot / grid scale.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3639312"/>
            <a:ext cx="52273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749040"/>
            <a:ext cx="522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FURTHER READING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4005072"/>
            <a:ext cx="522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u="sng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Halftone (Wikipedia)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 — origins of the technique and "lines per inch".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u="sng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Halftone in the Browser (Carmen Ansio)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 — building the effect with canvas.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13120" y="502920"/>
            <a:ext cx="0" cy="416052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61405" y="1398905"/>
            <a:ext cx="354330" cy="35433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67310" y="1411110"/>
            <a:ext cx="329921" cy="329921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Shape 13"/>
          <p:cNvSpPr/>
          <p:nvPr/>
        </p:nvSpPr>
        <p:spPr>
          <a:xfrm>
            <a:off x="6973214" y="1423314"/>
            <a:ext cx="305511" cy="305511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6" name="Shape 14"/>
          <p:cNvSpPr/>
          <p:nvPr/>
        </p:nvSpPr>
        <p:spPr>
          <a:xfrm>
            <a:off x="7379119" y="1435519"/>
            <a:ext cx="281102" cy="28110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5024" y="1447724"/>
            <a:ext cx="256692" cy="25669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0928" y="1459929"/>
            <a:ext cx="232283" cy="232283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9" name="Shape 17"/>
          <p:cNvSpPr/>
          <p:nvPr/>
        </p:nvSpPr>
        <p:spPr>
          <a:xfrm>
            <a:off x="6173610" y="1804810"/>
            <a:ext cx="329921" cy="329921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0" name="Shape 18"/>
          <p:cNvSpPr/>
          <p:nvPr/>
        </p:nvSpPr>
        <p:spPr>
          <a:xfrm>
            <a:off x="6579514" y="1817014"/>
            <a:ext cx="305511" cy="305511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1" name="Shape 19"/>
          <p:cNvSpPr/>
          <p:nvPr/>
        </p:nvSpPr>
        <p:spPr>
          <a:xfrm>
            <a:off x="6985419" y="1829219"/>
            <a:ext cx="281102" cy="28110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2" name="Shape 20"/>
          <p:cNvSpPr/>
          <p:nvPr/>
        </p:nvSpPr>
        <p:spPr>
          <a:xfrm>
            <a:off x="7391324" y="1841424"/>
            <a:ext cx="256692" cy="25669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Shape 21"/>
          <p:cNvSpPr/>
          <p:nvPr/>
        </p:nvSpPr>
        <p:spPr>
          <a:xfrm>
            <a:off x="7797229" y="1853629"/>
            <a:ext cx="232283" cy="232283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4" name="Shape 22"/>
          <p:cNvSpPr/>
          <p:nvPr/>
        </p:nvSpPr>
        <p:spPr>
          <a:xfrm>
            <a:off x="8203133" y="1865833"/>
            <a:ext cx="207874" cy="20787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5" name="Shape 23"/>
          <p:cNvSpPr/>
          <p:nvPr/>
        </p:nvSpPr>
        <p:spPr>
          <a:xfrm>
            <a:off x="6185814" y="2210714"/>
            <a:ext cx="305511" cy="305511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6" name="Shape 24"/>
          <p:cNvSpPr/>
          <p:nvPr/>
        </p:nvSpPr>
        <p:spPr>
          <a:xfrm>
            <a:off x="6591719" y="2222919"/>
            <a:ext cx="281102" cy="28110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7" name="Shape 25"/>
          <p:cNvSpPr/>
          <p:nvPr/>
        </p:nvSpPr>
        <p:spPr>
          <a:xfrm>
            <a:off x="6997624" y="2235124"/>
            <a:ext cx="256692" cy="25669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8" name="Shape 26"/>
          <p:cNvSpPr/>
          <p:nvPr/>
        </p:nvSpPr>
        <p:spPr>
          <a:xfrm>
            <a:off x="7403529" y="2247329"/>
            <a:ext cx="232283" cy="232283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9" name="Shape 27"/>
          <p:cNvSpPr/>
          <p:nvPr/>
        </p:nvSpPr>
        <p:spPr>
          <a:xfrm>
            <a:off x="7809433" y="2259533"/>
            <a:ext cx="207874" cy="20787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0" name="Shape 28"/>
          <p:cNvSpPr/>
          <p:nvPr/>
        </p:nvSpPr>
        <p:spPr>
          <a:xfrm>
            <a:off x="8215338" y="2271738"/>
            <a:ext cx="183464" cy="18346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6198019" y="2616619"/>
            <a:ext cx="281102" cy="28110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2" name="Shape 30"/>
          <p:cNvSpPr/>
          <p:nvPr/>
        </p:nvSpPr>
        <p:spPr>
          <a:xfrm>
            <a:off x="6603924" y="2628824"/>
            <a:ext cx="256692" cy="25669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3" name="Shape 31"/>
          <p:cNvSpPr/>
          <p:nvPr/>
        </p:nvSpPr>
        <p:spPr>
          <a:xfrm>
            <a:off x="7009829" y="2641028"/>
            <a:ext cx="232283" cy="232283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4" name="Shape 32"/>
          <p:cNvSpPr/>
          <p:nvPr/>
        </p:nvSpPr>
        <p:spPr>
          <a:xfrm>
            <a:off x="7415733" y="2653233"/>
            <a:ext cx="207874" cy="20787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821638" y="2665438"/>
            <a:ext cx="183464" cy="18346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6" name="Shape 34"/>
          <p:cNvSpPr/>
          <p:nvPr/>
        </p:nvSpPr>
        <p:spPr>
          <a:xfrm>
            <a:off x="8227543" y="2677643"/>
            <a:ext cx="159055" cy="159055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7" name="Shape 35"/>
          <p:cNvSpPr/>
          <p:nvPr/>
        </p:nvSpPr>
        <p:spPr>
          <a:xfrm>
            <a:off x="6210224" y="3022524"/>
            <a:ext cx="256692" cy="25669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8" name="Shape 36"/>
          <p:cNvSpPr/>
          <p:nvPr/>
        </p:nvSpPr>
        <p:spPr>
          <a:xfrm>
            <a:off x="6616129" y="3034729"/>
            <a:ext cx="232283" cy="232283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9" name="Shape 37"/>
          <p:cNvSpPr/>
          <p:nvPr/>
        </p:nvSpPr>
        <p:spPr>
          <a:xfrm>
            <a:off x="7022033" y="3046933"/>
            <a:ext cx="207874" cy="20787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0" name="Shape 38"/>
          <p:cNvSpPr/>
          <p:nvPr/>
        </p:nvSpPr>
        <p:spPr>
          <a:xfrm>
            <a:off x="7427938" y="3059138"/>
            <a:ext cx="183464" cy="18346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1" name="Shape 39"/>
          <p:cNvSpPr/>
          <p:nvPr/>
        </p:nvSpPr>
        <p:spPr>
          <a:xfrm>
            <a:off x="7833843" y="3071343"/>
            <a:ext cx="159055" cy="159055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2" name="Shape 40"/>
          <p:cNvSpPr/>
          <p:nvPr/>
        </p:nvSpPr>
        <p:spPr>
          <a:xfrm>
            <a:off x="8239747" y="3083547"/>
            <a:ext cx="134645" cy="134645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3" name="Shape 41"/>
          <p:cNvSpPr/>
          <p:nvPr/>
        </p:nvSpPr>
        <p:spPr>
          <a:xfrm>
            <a:off x="6222429" y="3428428"/>
            <a:ext cx="232283" cy="232283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4" name="Shape 42"/>
          <p:cNvSpPr/>
          <p:nvPr/>
        </p:nvSpPr>
        <p:spPr>
          <a:xfrm>
            <a:off x="6628333" y="3440633"/>
            <a:ext cx="207874" cy="20787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5" name="Shape 43"/>
          <p:cNvSpPr/>
          <p:nvPr/>
        </p:nvSpPr>
        <p:spPr>
          <a:xfrm>
            <a:off x="7034238" y="3452838"/>
            <a:ext cx="183464" cy="18346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6" name="Shape 44"/>
          <p:cNvSpPr/>
          <p:nvPr/>
        </p:nvSpPr>
        <p:spPr>
          <a:xfrm>
            <a:off x="7440143" y="3465043"/>
            <a:ext cx="159055" cy="159055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7" name="Shape 45"/>
          <p:cNvSpPr/>
          <p:nvPr/>
        </p:nvSpPr>
        <p:spPr>
          <a:xfrm>
            <a:off x="7846047" y="3477247"/>
            <a:ext cx="134645" cy="134645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8" name="Shape 46"/>
          <p:cNvSpPr/>
          <p:nvPr/>
        </p:nvSpPr>
        <p:spPr>
          <a:xfrm>
            <a:off x="8251952" y="3489452"/>
            <a:ext cx="110236" cy="110236"/>
          </a:xfrm>
          <a:prstGeom prst="ellipse">
            <a:avLst/>
          </a:prstGeom>
          <a:solidFill>
            <a:srgbClr val="000000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INDUSTRY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783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HALFTONE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2697480"/>
            <a:ext cx="80467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926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u="sng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View examples on Pinterest  →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34290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59595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Curated board — a starting point, not a single fixed source.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22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EFFECT 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522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ASCII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522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CHARACTER-RAMP RENDERING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572768"/>
            <a:ext cx="5227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Render an image using only text characters — light, sparse marks for bright areas, dense marks like @ and # for dark ones. Born on 1960s teleprinters that couldn't print anything but characters.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2273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633472"/>
            <a:ext cx="522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WE USE IT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2871216"/>
            <a:ext cx="522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Sample the source down to a tiny grid (same technique as Pixelation), then map each cell's luminance to a character from a ramp (" .:-=+*#%@") and draw it in that cell's colour. Parameter: cell size (px).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3639312"/>
            <a:ext cx="52273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749040"/>
            <a:ext cx="522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FURTHER READING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4005072"/>
            <a:ext cx="522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u="sng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ASCII art (Wikipedia)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 — from 1960s teleprinters to today.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u="sng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Image to ASCII art in pure JS (marmelab)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 — the canvas + luminance-ramp technique.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13120" y="502920"/>
            <a:ext cx="0" cy="416052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51448" y="731520"/>
            <a:ext cx="2142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.::-==+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251448" y="1188720"/>
            <a:ext cx="2142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.::-==+*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51448" y="1645920"/>
            <a:ext cx="2142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.::-==+**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51448" y="2103120"/>
            <a:ext cx="2142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::-==+**#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51448" y="2560320"/>
            <a:ext cx="2142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:-==+**#%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51448" y="3017520"/>
            <a:ext cx="2142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-==+**#%%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51448" y="3474720"/>
            <a:ext cx="2142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==+**#%%@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51448" y="3931920"/>
            <a:ext cx="2142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=+**#%%@@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41720" y="731520"/>
            <a:ext cx="2362200" cy="3657600"/>
          </a:xfrm>
          <a:prstGeom prst="rect">
            <a:avLst/>
          </a:prstGeom>
          <a:ln w="1270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INDUSTRY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783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ASCII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2697480"/>
            <a:ext cx="80467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926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u="sng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View examples on Pinterest  →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34290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59595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Curated board — a starting point, not a single fixed source.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22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COMBINING EFFECTS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522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Blend Modes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522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MULTIPLY / SCREEN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572768"/>
            <a:ext cx="5227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Rules for how two overlapping layers' colours combine. Multiply darkens, like stacking two photo negatives. Screen lightens, like two projectors overlapping.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2273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633472"/>
            <a:ext cx="522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WE USE IT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2871216"/>
            <a:ext cx="522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Every cycle already crossfades between images — that transition always runs. Blend Modes is a separate overlay: it composites on top via globalCompositeOperation, layering onto whichever filter just rendered rather than competing for a pick.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3639312"/>
            <a:ext cx="52273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749040"/>
            <a:ext cx="522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FURTHER READING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4005072"/>
            <a:ext cx="522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u="sng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globalCompositeOperation (MDN)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 — every composite mode the canvas supports.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u="sng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Every blend mode explained (Sketch)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 — the design-side intuition for each mode.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13120" y="502920"/>
            <a:ext cx="0" cy="416052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41720" y="1828038"/>
            <a:ext cx="1464564" cy="1464564"/>
          </a:xfrm>
          <a:prstGeom prst="ellipse">
            <a:avLst/>
          </a:prstGeom>
          <a:ln w="15875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39356" y="1828038"/>
            <a:ext cx="1464564" cy="1464564"/>
          </a:xfrm>
          <a:prstGeom prst="ellipse">
            <a:avLst/>
          </a:prstGeom>
          <a:ln w="15875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90538" y="1828038"/>
            <a:ext cx="322204" cy="322204"/>
          </a:xfrm>
          <a:prstGeom prst="ellipse">
            <a:avLst/>
          </a:prstGeom>
          <a:solidFill>
            <a:srgbClr val="8C8C8C"/>
          </a:solidFill>
          <a:ln/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59595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INDUSTRY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783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BLEND MODES / COMPOSITE ARTWORK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2697480"/>
            <a:ext cx="80467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926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u="sng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View examples on Pinterest  →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34290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59595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Placeholder search link — swap for a specific board or pin when you have one.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GD vs/x Ai</dc:title>
  <dc:subject>PptxGenJS Presentation</dc:subject>
  <dc:creator>Patrick</dc:creator>
  <cp:lastModifiedBy>Patrick</cp:lastModifiedBy>
  <cp:revision>1</cp:revision>
  <dcterms:created xsi:type="dcterms:W3CDTF">2026-07-10T07:48:40Z</dcterms:created>
  <dcterms:modified xsi:type="dcterms:W3CDTF">2026-07-10T07:48:40Z</dcterms:modified>
</cp:coreProperties>
</file>