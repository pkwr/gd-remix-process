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99designs.com/blog/trends/duotone-design/" TargetMode="External"/><Relationship Id="rId2" Type="http://schemas.openxmlformats.org/officeDocument/2006/relationships/hyperlink" Target="https://developer.mozilla.org/en-US/docs/Web/API/Canvas_API/Tutorial/Pixel_manipulation_with_canva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uk.pinterest.com/search/pins/?q=duotone%20desig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ilustromania.com/artistic-fields/pixel-art" TargetMode="External"/><Relationship Id="rId2" Type="http://schemas.openxmlformats.org/officeDocument/2006/relationships/hyperlink" Target="https://developer.mozilla.org/en-US/docs/Web/API/CanvasRenderingContext2D/imageSmoothingEnable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uk.pinterest.com/search/pins/?q=pixel%20ar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en.wikipedia.org/wiki/Halftone" TargetMode="External"/><Relationship Id="rId2" Type="http://schemas.openxmlformats.org/officeDocument/2006/relationships/hyperlink" Target="https://www.carmenansio.com/articles/halftone-in-the-browser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uk.pinterest.com/search/pins/?q=halftone%20in%20design&amp;rs=type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en.wikipedia.org/wiki/ASCII_art" TargetMode="External"/><Relationship Id="rId2" Type="http://schemas.openxmlformats.org/officeDocument/2006/relationships/hyperlink" Target="https://marmelab.com/blog/2018/02/20/convert-image-to-ascii-art-masterpiece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uk.pinterest.com/search/pins/?q=ascii%20art&amp;rs=type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API/CanvasRenderingContext2D/globalCompositeOperation" TargetMode="External"/><Relationship Id="rId2" Type="http://schemas.openxmlformats.org/officeDocument/2006/relationships/hyperlink" Target="https://www.sketch.com/blog/blend-modes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uk.pinterest.com/search/pins/?q=blend%20mode%20graphic%20desig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FF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74320"/>
            <a:ext cx="1432560" cy="12778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74320" y="19202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GD vs/x Ai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274320" y="2971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900" i="1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Graphic Design Versus (or Multiplied by) Artificial Intelligence</a:t>
            </a:r>
            <a:endParaRPr lang="en-US" sz="1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 (Hons) Graphic Design · Sheffield Hallam University · Friday 10 July 2026 · 10:00–12:00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274320" y="3870655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Building with AI, not generating with it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the tool is a plain JS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state machine, not a generative model.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709160" y="3870655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We'll walk through each effect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 its own (Colour Conversion,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Pixelation, Halftone, ASCII), then how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Blend Modes layers them together.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CF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TASK 1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1089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10:30  ·  3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Take a picture of your feet.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6400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Footwear on, please — trainers, boots, whatever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 turned up in today. Feet stationary,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mid-step — a sharp, still shot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works best once it hits the effects.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227832"/>
            <a:ext cx="6400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Hold your phone upright — tall,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sideways — so the shot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fills the frame top to bottom.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TASK 1 · UPLOAD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Upload your feet photo</a:t>
            </a:r>
            <a:endParaRPr lang="en-US" sz="340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carry on.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2606040"/>
            <a:ext cx="640080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 the shared upload point shown on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screen and send your photo across now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don't wait until the end. Each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photo needs to land in the folder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before the tool can use it.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3996690"/>
            <a:ext cx="64008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You'll see other devices in the room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make sure you're sending to the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host device, not a classmate.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CF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TASK 2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1089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10:35  ·  3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Draw a flag of a country</a:t>
            </a:r>
            <a:endParaRPr lang="en-US" sz="34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World Cup last 8.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640080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Be messy. Be creative. Don’t get hung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 on accuracy or drawing ability —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look it up if you need to.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980182"/>
            <a:ext cx="804672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LAST 8 (QUARTER-FINALISTS), ALPHABETICAL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Argentina  ·  Belgium  ·  England  ·  France  ·  Morocco  ·  Norway  ·  Spain  ·  Switzerland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761232"/>
            <a:ext cx="64008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Confirmed as of 9 July. Quarter-finals play 9–12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July, so some of these may already be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through to the semis by today — still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correct set of 8 for the task.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TASK 2 · UPLOAD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Photograph your flag, then upload it.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2606040"/>
            <a:ext cx="6400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Take a clear, well-lit photo of your drawing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hold your phone upright, fill the frame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with the paper — then send it through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same upload point as before.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CF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TASK 3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1089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10:40  ·  3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down a player’s surname, shirt number, or both.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6400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one of the last-8 countries above.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Look it up if you need to.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AI TO BUILD THE TOOLS · 11:30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1051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Designing to let go.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737360"/>
            <a:ext cx="804672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SERENDIPITY  ·  CREATIVE EXPLORATION  ·  HAPPY ACCIDENTS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74320" y="2118360"/>
            <a:ext cx="6400800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random event engine picks the next image,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next effect, and how long it holds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on purpose. None of it is curated.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That's the same instinct behind a happy accident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 the darkroom or a paste-up that goes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somewhere you didn't plan: the tool doesn't know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what's coming next, and neither do you. Building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it this way is a design decision, not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 shortcut.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559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EFFECT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559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Colour Conversion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508760"/>
            <a:ext cx="559308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DUOTONE / GREYSCALE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Reduce a photo to shades between two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colours — or pure grey — instead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full colour. Same principle as a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sepia photograph or a 1960s gig poster.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FURTHER READING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duotone effect (99designs)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— what it is, and why designers use it.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Pixel manipulation with canvas (MDN)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— reading/writing raw pixel data.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33160" y="1924812"/>
            <a:ext cx="424180" cy="1408176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57340" y="1924812"/>
            <a:ext cx="424180" cy="1408176"/>
          </a:xfrm>
          <a:prstGeom prst="rect">
            <a:avLst/>
          </a:prstGeom>
          <a:solidFill>
            <a:srgbClr val="CCCCC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1520" y="1924812"/>
            <a:ext cx="424180" cy="1408176"/>
          </a:xfrm>
          <a:prstGeom prst="rect">
            <a:avLst/>
          </a:prstGeom>
          <a:solidFill>
            <a:srgbClr val="99999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05700" y="1924812"/>
            <a:ext cx="424180" cy="1408176"/>
          </a:xfrm>
          <a:prstGeom prst="rect">
            <a:avLst/>
          </a:prstGeom>
          <a:solidFill>
            <a:srgbClr val="66666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29880" y="1924812"/>
            <a:ext cx="424180" cy="1408176"/>
          </a:xfrm>
          <a:prstGeom prst="rect">
            <a:avLst/>
          </a:prstGeom>
          <a:solidFill>
            <a:srgbClr val="333333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54060" y="1924812"/>
            <a:ext cx="424180" cy="1408176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33160" y="1924812"/>
            <a:ext cx="2545080" cy="1408176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Colour Conversion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600200"/>
            <a:ext cx="6400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200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examples on Pinterest  →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Placeholder search link — swap for a specific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board or pin when you have one.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6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559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EFFECT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559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508760"/>
            <a:ext cx="559308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MOSAIC DOWNSAMPLING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Shrink an image down to a tiny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grid, then blow it back up —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each block becomes one flat colour, like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early video game graphics.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FURTHER READING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Pixel Art Explained (Ilustromania)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— history, technique, and iconic examples.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imageSmoothingEnabled (MDN)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— the switch that keeps blocks crisp.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33160" y="1356360"/>
            <a:ext cx="509016" cy="509016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42176" y="1356360"/>
            <a:ext cx="509016" cy="509016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51192" y="1356360"/>
            <a:ext cx="509016" cy="509016"/>
          </a:xfrm>
          <a:prstGeom prst="rect">
            <a:avLst/>
          </a:prstGeom>
          <a:solidFill>
            <a:srgbClr val="D9D9D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60208" y="1356360"/>
            <a:ext cx="509016" cy="509016"/>
          </a:xfrm>
          <a:prstGeom prst="rect">
            <a:avLst/>
          </a:prstGeom>
          <a:solidFill>
            <a:srgbClr val="8C8C8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69224" y="1356360"/>
            <a:ext cx="509016" cy="509016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3160" y="1865376"/>
            <a:ext cx="509016" cy="509016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42176" y="1865376"/>
            <a:ext cx="509016" cy="509016"/>
          </a:xfrm>
          <a:prstGeom prst="rect">
            <a:avLst/>
          </a:prstGeom>
          <a:solidFill>
            <a:srgbClr val="D9D9D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51192" y="1865376"/>
            <a:ext cx="509016" cy="509016"/>
          </a:xfrm>
          <a:prstGeom prst="rect">
            <a:avLst/>
          </a:prstGeom>
          <a:solidFill>
            <a:srgbClr val="8C8C8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60208" y="1865376"/>
            <a:ext cx="509016" cy="509016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69224" y="1865376"/>
            <a:ext cx="509016" cy="509016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33160" y="2374392"/>
            <a:ext cx="509016" cy="509016"/>
          </a:xfrm>
          <a:prstGeom prst="rect">
            <a:avLst/>
          </a:prstGeom>
          <a:solidFill>
            <a:srgbClr val="D9D9D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2176" y="2374392"/>
            <a:ext cx="509016" cy="509016"/>
          </a:xfrm>
          <a:prstGeom prst="rect">
            <a:avLst/>
          </a:prstGeom>
          <a:solidFill>
            <a:srgbClr val="8C8C8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51192" y="2374392"/>
            <a:ext cx="509016" cy="509016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60208" y="2374392"/>
            <a:ext cx="509016" cy="509016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69224" y="2374392"/>
            <a:ext cx="509016" cy="509016"/>
          </a:xfrm>
          <a:prstGeom prst="rect">
            <a:avLst/>
          </a:prstGeom>
          <a:solidFill>
            <a:srgbClr val="D9D9D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3160" y="2883408"/>
            <a:ext cx="509016" cy="509016"/>
          </a:xfrm>
          <a:prstGeom prst="rect">
            <a:avLst/>
          </a:prstGeom>
          <a:solidFill>
            <a:srgbClr val="8C8C8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42176" y="2883408"/>
            <a:ext cx="509016" cy="509016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51192" y="2883408"/>
            <a:ext cx="509016" cy="509016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60208" y="2883408"/>
            <a:ext cx="509016" cy="509016"/>
          </a:xfrm>
          <a:prstGeom prst="rect">
            <a:avLst/>
          </a:prstGeom>
          <a:solidFill>
            <a:srgbClr val="D9D9D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69224" y="2883408"/>
            <a:ext cx="509016" cy="509016"/>
          </a:xfrm>
          <a:prstGeom prst="rect">
            <a:avLst/>
          </a:prstGeom>
          <a:solidFill>
            <a:srgbClr val="8C8C8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3160" y="3392424"/>
            <a:ext cx="509016" cy="509016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42176" y="3392424"/>
            <a:ext cx="509016" cy="509016"/>
          </a:xfrm>
          <a:prstGeom prst="rect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51192" y="3392424"/>
            <a:ext cx="509016" cy="509016"/>
          </a:xfrm>
          <a:prstGeom prst="rect">
            <a:avLst/>
          </a:prstGeom>
          <a:solidFill>
            <a:srgbClr val="D9D9D9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60208" y="3392424"/>
            <a:ext cx="509016" cy="509016"/>
          </a:xfrm>
          <a:prstGeom prst="rect">
            <a:avLst/>
          </a:prstGeom>
          <a:solidFill>
            <a:srgbClr val="8C8C8C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69224" y="3392424"/>
            <a:ext cx="509016" cy="509016"/>
          </a:xfrm>
          <a:prstGeom prst="rect">
            <a:avLst/>
          </a:prstGeom>
          <a:solidFill>
            <a:srgbClr val="000000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33160" y="1356360"/>
            <a:ext cx="2545080" cy="254508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Pixelation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600200"/>
            <a:ext cx="6400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200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examples on Pinterest  →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Placeholder search link — swap for a specific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board or pin when you have one.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6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559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EFFECT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559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Halftone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508760"/>
            <a:ext cx="559308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DOT-GRID RENDERING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Simulate greyscale or colour using only dots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of varying size — the technique that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let newspapers print photographs since the 1880s.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FURTHER READING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Halftone (Wikipedia)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— origins of the technique and "lines per inch".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Halftone in the Browser (Carmen Ansio)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— building the effect with canvas.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54369" y="1377569"/>
            <a:ext cx="381762" cy="381762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6691699" y="1390719"/>
            <a:ext cx="355463" cy="3554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7129028" y="1403868"/>
            <a:ext cx="329164" cy="32916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7566358" y="1417018"/>
            <a:ext cx="302865" cy="30286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8003687" y="1430167"/>
            <a:ext cx="276565" cy="27656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8441017" y="1443317"/>
            <a:ext cx="250266" cy="25026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6267519" y="1814899"/>
            <a:ext cx="355463" cy="35546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6704848" y="1828048"/>
            <a:ext cx="329164" cy="32916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7142178" y="1841198"/>
            <a:ext cx="302865" cy="30286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7579507" y="1854347"/>
            <a:ext cx="276565" cy="27656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8016837" y="1867497"/>
            <a:ext cx="250266" cy="25026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4166" y="1880646"/>
            <a:ext cx="223967" cy="22396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280668" y="2252228"/>
            <a:ext cx="329164" cy="329164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717998" y="2265378"/>
            <a:ext cx="302865" cy="30286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155327" y="2278527"/>
            <a:ext cx="276565" cy="27656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7592657" y="2291677"/>
            <a:ext cx="250266" cy="25026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029986" y="2304826"/>
            <a:ext cx="223967" cy="22396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8467316" y="2317976"/>
            <a:ext cx="197668" cy="19766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6293818" y="2689558"/>
            <a:ext cx="302865" cy="30286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731147" y="2702707"/>
            <a:ext cx="276565" cy="27656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168477" y="2715857"/>
            <a:ext cx="250266" cy="25026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7605806" y="2729006"/>
            <a:ext cx="223967" cy="22396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8043136" y="2742156"/>
            <a:ext cx="197668" cy="19766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8480466" y="2755306"/>
            <a:ext cx="171369" cy="171369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6306967" y="3126887"/>
            <a:ext cx="276565" cy="276565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6744297" y="3140037"/>
            <a:ext cx="250266" cy="25026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7181626" y="3153186"/>
            <a:ext cx="223967" cy="22396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7618956" y="3166336"/>
            <a:ext cx="197668" cy="19766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8056286" y="3179486"/>
            <a:ext cx="171369" cy="171369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8493615" y="3192635"/>
            <a:ext cx="145070" cy="14507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6320117" y="3564217"/>
            <a:ext cx="250266" cy="25026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6757446" y="3577366"/>
            <a:ext cx="223967" cy="223967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7194776" y="3590516"/>
            <a:ext cx="197668" cy="19766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7632106" y="3603666"/>
            <a:ext cx="171369" cy="171369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8069435" y="3616815"/>
            <a:ext cx="145070" cy="14507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8506765" y="3629965"/>
            <a:ext cx="118770" cy="118770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Halftone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600200"/>
            <a:ext cx="6400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200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examples on Pinterest  →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Curated board — a starting point,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a single fixed source.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6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559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EFFECT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559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ASCII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508760"/>
            <a:ext cx="559308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CHARACTER-RAMP RENDERING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Render an image using only text characters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light, sparse marks for bright areas,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dense marks like @ and # for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dark ones. Born on 1960s teleprinters that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couldn't print anything but characters.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FURTHER READING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ASCII art (Wikipedia)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— from 1960s teleprinters to today.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Image to ASCII art in pure JS (marmelab)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— the canvas + luminance-ramp technique.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2888" y="868680"/>
            <a:ext cx="232562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.::-==+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42888" y="1308735"/>
            <a:ext cx="232562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.::-==+*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2888" y="1748790"/>
            <a:ext cx="232562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.::-==+**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42888" y="2188845"/>
            <a:ext cx="232562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::-==+**#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2888" y="2628900"/>
            <a:ext cx="232562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:-==+**#%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42888" y="3068955"/>
            <a:ext cx="232562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-==+**#%%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42888" y="3509010"/>
            <a:ext cx="232562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==+**#%%@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2888" y="3949065"/>
            <a:ext cx="2325624" cy="440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=+**#%%@@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33160" y="868680"/>
            <a:ext cx="2545080" cy="352044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ASCII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600200"/>
            <a:ext cx="6400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200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examples on Pinterest  →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Curated board — a starting point,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 a single fixed source.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TASK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Workshop Tour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008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We’ll walk through the building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together, as a group.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Shoot as you go — don’t stop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group to get the perfect frame.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About 20 minutes of walking and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shooting, then back here to upload.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• 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What to actually photograph is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 the next slide.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CFF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TASK 4 OF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108960" y="274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11:00  ·  20 MIN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5039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Photograph things that represent football to you.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084832"/>
            <a:ext cx="6400800" cy="1390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Textural, abstract, or literal — a ball, 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net, a grid pattern, a doorway for a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goal, a clock, a number (goal or shirt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number). Don’t be precious — your interpretation matters</a:t>
            </a:r>
            <a:endParaRPr lang="en-US" sz="13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more than a literal read.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475482"/>
            <a:ext cx="6400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Hold your phone upright (tall, not sideways) for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 shot, and keep your subject centred —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tool crops to a tall frame, so</a:t>
            </a:r>
            <a:endParaRPr lang="en-US" sz="11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anything near the edges may get cut off.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466082"/>
            <a:ext cx="64008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Remaining ~10 min: return, settle, and upload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the next slide covers it.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TASK 4 · UPLOAD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13716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Upload every photo from the tour.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2606040"/>
            <a:ext cx="64008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Send across everything you shot — same upload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point as before. Once your photos are in,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find a seat for the next part.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6FF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559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COMBINING EFFECTS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559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Blend Modes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508760"/>
            <a:ext cx="5593080" cy="3360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MULTIPLY / SCREEN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Rules for how two overlapping layers'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colours combine. Multiply darkens, like stacking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two photo negatives. Screen lightens, like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333333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two projectors overlapping.</a:t>
            </a:r>
            <a:endParaRPr lang="en-US" sz="1200" dirty="0"/>
          </a:p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FURTHER READING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globalCompositeOperation (MDN)</a:t>
            </a:r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10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— every composite mode the canvas supports.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Every blend mode explained (Sketch)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— the design-side intuition for each mode.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233160" y="1839925"/>
            <a:ext cx="1577950" cy="1577950"/>
          </a:xfrm>
          <a:prstGeom prst="ellipse">
            <a:avLst/>
          </a:prstGeom>
          <a:ln w="1587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00290" y="1839925"/>
            <a:ext cx="1577950" cy="1577950"/>
          </a:xfrm>
          <a:prstGeom prst="ellipse">
            <a:avLst/>
          </a:prstGeom>
          <a:ln w="158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16725" y="1839925"/>
            <a:ext cx="347149" cy="347149"/>
          </a:xfrm>
          <a:prstGeom prst="ellipse">
            <a:avLst/>
          </a:prstGeom>
          <a:solidFill>
            <a:srgbClr val="8C8C8C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INDUSTRY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74320" y="914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Blend Modes / Composite Artwork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274320" y="1600200"/>
            <a:ext cx="6400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2000" b="1" u="sng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examples on Pinterest  →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Placeholder search link — swap for a specific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board or pin when you have one.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3" name="Shape 1"/>
          <p:cNvSpPr/>
          <p:nvPr/>
        </p:nvSpPr>
        <p:spPr>
          <a:xfrm>
            <a:off x="100203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172974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5" name="Shape 3"/>
          <p:cNvSpPr/>
          <p:nvPr/>
        </p:nvSpPr>
        <p:spPr>
          <a:xfrm>
            <a:off x="245745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6" name="Shape 4"/>
          <p:cNvSpPr/>
          <p:nvPr/>
        </p:nvSpPr>
        <p:spPr>
          <a:xfrm>
            <a:off x="318516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7" name="Shape 5"/>
          <p:cNvSpPr/>
          <p:nvPr/>
        </p:nvSpPr>
        <p:spPr>
          <a:xfrm>
            <a:off x="391287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8" name="Shape 6"/>
          <p:cNvSpPr/>
          <p:nvPr/>
        </p:nvSpPr>
        <p:spPr>
          <a:xfrm>
            <a:off x="464058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9" name="Shape 7"/>
          <p:cNvSpPr/>
          <p:nvPr/>
        </p:nvSpPr>
        <p:spPr>
          <a:xfrm>
            <a:off x="536829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10" name="Shape 8"/>
          <p:cNvSpPr/>
          <p:nvPr/>
        </p:nvSpPr>
        <p:spPr>
          <a:xfrm>
            <a:off x="609600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682371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755142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13" name="Shape 11"/>
          <p:cNvSpPr/>
          <p:nvPr/>
        </p:nvSpPr>
        <p:spPr>
          <a:xfrm>
            <a:off x="8279130" y="0"/>
            <a:ext cx="590550" cy="514350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14" name="Shape 12"/>
          <p:cNvSpPr/>
          <p:nvPr/>
        </p:nvSpPr>
        <p:spPr>
          <a:xfrm>
            <a:off x="0" y="0"/>
            <a:ext cx="9144000" cy="162306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0" y="1760220"/>
            <a:ext cx="9144000" cy="162306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0" y="3520440"/>
            <a:ext cx="9144000" cy="1623060"/>
          </a:xfrm>
          <a:prstGeom prst="rect">
            <a:avLst/>
          </a:prstGeom>
          <a:ln w="9525">
            <a:solidFill>
              <a:srgbClr val="00C2E0"/>
            </a:solidFill>
            <a:prstDash val="sysDot"/>
          </a:ln>
        </p:spPr>
      </p:sp>
      <p:sp>
        <p:nvSpPr>
          <p:cNvPr id="17" name="Text 15"/>
          <p:cNvSpPr/>
          <p:nvPr/>
        </p:nvSpPr>
        <p:spPr>
          <a:xfrm>
            <a:off x="274320" y="182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12-COL × 3-ROW GRID · 15PX GUTTER · 8 TEXT + 4 DIAGRAM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7432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00203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72974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245745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18516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91287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64058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36829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9600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82371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55142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8279130" y="4896612"/>
            <a:ext cx="59055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897112" y="0"/>
            <a:ext cx="219456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897112" y="1760220"/>
            <a:ext cx="219456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897112" y="3520440"/>
            <a:ext cx="219456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0C2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74320" y="0"/>
            <a:ext cx="0" cy="5143500"/>
          </a:xfrm>
          <a:prstGeom prst="line">
            <a:avLst/>
          </a:prstGeom>
          <a:noFill/>
          <a:ln w="12700">
            <a:solidFill>
              <a:srgbClr val="00C2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69680" y="0"/>
            <a:ext cx="0" cy="5143500"/>
          </a:xfrm>
          <a:prstGeom prst="line">
            <a:avLst/>
          </a:prstGeom>
          <a:noFill/>
          <a:ln w="12700">
            <a:solidFill>
              <a:srgbClr val="00C2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743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STYLE REFERENCE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137160"/>
            <a:ext cx="27432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  <a:headEnd type="triangl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347472" y="182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MARGIN — 0.3in / 30px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274320" y="1760220"/>
            <a:ext cx="277368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SIZE_HERO  ·  54pt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400"/>
              </a:spcAft>
              <a:buNone/>
            </a:pPr>
            <a:r>
              <a:rPr lang="en-US" sz="5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Hero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SIZE_TITLE  ·  34pt</a:t>
            </a:r>
            <a:endParaRPr lang="en-US" sz="85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3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Title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185160" y="1760220"/>
            <a:ext cx="277368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SIZE_HERO_SUB  ·  19pt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400"/>
              </a:spcAft>
              <a:buNone/>
            </a:pPr>
            <a:r>
              <a:rPr lang="en-US" sz="1900" i="1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Hero subtitle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SIZE_EYEBROW · KICKER  ·  12pt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400"/>
              </a:spcAft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EYEBROW LABEL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SIZE_EYEBROW · H2  ·  12pt</a:t>
            </a:r>
            <a:endParaRPr lang="en-US" sz="85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1200" b="1" spc="180" kern="0" dirty="0">
                <a:solidFill>
                  <a:srgbClr val="5959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FURTHER READING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96000" y="1760220"/>
            <a:ext cx="2773680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8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SIZE_CAPTION  ·  11pt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Caption / hint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SIZE_BODY  ·  13pt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Body copy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SIZE_LINK  ·  12.5pt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 label</a:t>
            </a:r>
            <a:endParaRPr lang="en-US" sz="850" dirty="0"/>
          </a:p>
          <a:p>
            <a:pPr indent="0" marL="0">
              <a:lnSpc>
                <a:spcPct val="85000"/>
              </a:lnSpc>
              <a:spcAft>
                <a:spcPts val="100"/>
              </a:spcAft>
              <a:buNone/>
            </a:pPr>
            <a:r>
              <a:rPr lang="en-US" sz="85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SIZE_LINK_CTA  ·  20pt</a:t>
            </a:r>
            <a:endParaRPr lang="en-US" sz="850" dirty="0"/>
          </a:p>
          <a:p>
            <a:pPr indent="0" marL="0">
              <a:lnSpc>
                <a:spcPct val="85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Link CTA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74320" y="4297680"/>
            <a:ext cx="590550" cy="274320"/>
          </a:xfrm>
          <a:prstGeom prst="rect">
            <a:avLst/>
          </a:prstGeom>
          <a:solidFill>
            <a:srgbClr val="00FF66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617720"/>
            <a:ext cx="590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sz="70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BRAND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#00FF66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002030" y="4297680"/>
            <a:ext cx="590550" cy="274320"/>
          </a:xfrm>
          <a:prstGeom prst="rect">
            <a:avLst/>
          </a:prstGeom>
          <a:solidFill>
            <a:srgbClr val="CCFFE0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2030" y="4617720"/>
            <a:ext cx="590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sz="70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TASK · 20%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#CCFFE0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729740" y="4297680"/>
            <a:ext cx="590550" cy="274320"/>
          </a:xfrm>
          <a:prstGeom prst="rect">
            <a:avLst/>
          </a:prstGeom>
          <a:solidFill>
            <a:srgbClr val="E6FFF0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729740" y="4617720"/>
            <a:ext cx="590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sz="70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EXPLAINER · 10%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#E6FFF0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457450" y="4297680"/>
            <a:ext cx="590550" cy="274320"/>
          </a:xfrm>
          <a:prstGeom prst="rect">
            <a:avLst/>
          </a:prstGeom>
          <a:solidFill>
            <a:srgbClr val="000000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57450" y="4617720"/>
            <a:ext cx="590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sz="70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BLACK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#000000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185160" y="4297680"/>
            <a:ext cx="590550" cy="274320"/>
          </a:xfrm>
          <a:prstGeom prst="rect">
            <a:avLst/>
          </a:prstGeom>
          <a:solidFill>
            <a:srgbClr val="595959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85160" y="4617720"/>
            <a:ext cx="590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sz="70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GREY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#595959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912870" y="4297680"/>
            <a:ext cx="590550" cy="274320"/>
          </a:xfrm>
          <a:prstGeom prst="rect">
            <a:avLst/>
          </a:prstGeom>
          <a:solidFill>
            <a:srgbClr val="BFBFBF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2870" y="4617720"/>
            <a:ext cx="5905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"/>
              </a:spcAft>
              <a:buNone/>
            </a:pPr>
            <a:r>
              <a:rPr lang="en-US" sz="700" dirty="0">
                <a:solidFill>
                  <a:srgbClr val="59595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LINE</a:t>
            </a:r>
            <a:endParaRPr lang="en-US" sz="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9999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#BFBFBF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 vs/x Ai</dc:title>
  <dc:subject>PptxGenJS Presentation</dc:subject>
  <dc:creator>Patrick</dc:creator>
  <cp:lastModifiedBy>Patrick</cp:lastModifiedBy>
  <cp:revision>1</cp:revision>
  <dcterms:created xsi:type="dcterms:W3CDTF">2026-07-14T09:34:11Z</dcterms:created>
  <dcterms:modified xsi:type="dcterms:W3CDTF">2026-07-14T09:34:11Z</dcterms:modified>
</cp:coreProperties>
</file>